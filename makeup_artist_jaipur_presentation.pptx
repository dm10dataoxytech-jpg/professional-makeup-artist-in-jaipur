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07"/>
  </p:normalViewPr>
  <p:slideViewPr>
    <p:cSldViewPr snapToGrid="0" snapToObjects="1">
      <p:cViewPr varScale="1">
        <p:scale>
          <a:sx n="100" d="100"/>
          <a:sy n="100" d="100"/>
        </p:scale>
        <p:origin x="17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ovimakeover.com/best-makeup-artist-in-jaipur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ovimakeover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29000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/>
              <a:t>Professional Best Makeup Artist in Jaipur – Bridal &amp; Party Makeup 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FAF7F-3E0A-A558-939E-BA5CB3350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571500"/>
            <a:ext cx="42291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747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Why Professional Makeup Matters</a:t>
            </a:r>
            <a:r>
              <a:rPr lang="en-US" b="1" dirty="0"/>
              <a:t>?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hlinkClick r:id="rId2"/>
              </a:rPr>
              <a:t>Professional makeup</a:t>
            </a:r>
            <a:r>
              <a:rPr lang="en-US" dirty="0">
                <a:hlinkClick r:id="rId2"/>
              </a:rPr>
              <a:t> </a:t>
            </a:r>
            <a:r>
              <a:rPr lang="en-IN" dirty="0">
                <a:hlinkClick r:id="rId2"/>
              </a:rPr>
              <a:t>Artist in Jaipur</a:t>
            </a:r>
            <a:r>
              <a:rPr dirty="0"/>
              <a:t> enhances natural beauty and boosts confidence.</a:t>
            </a:r>
          </a:p>
          <a:p>
            <a:pPr marL="0" indent="0">
              <a:buNone/>
            </a:pPr>
            <a:r>
              <a:rPr dirty="0"/>
              <a:t>• Skilled artists understand skin tones, face shapes, and lighting conditions.</a:t>
            </a:r>
          </a:p>
          <a:p>
            <a:pPr marL="0" indent="0">
              <a:buNone/>
            </a:pPr>
            <a:r>
              <a:rPr dirty="0"/>
              <a:t>• High‑quality products ensure long‑lasting results for weddings and events.</a:t>
            </a:r>
          </a:p>
          <a:p>
            <a:pPr marL="0" indent="0">
              <a:buNone/>
            </a:pPr>
            <a:r>
              <a:rPr dirty="0"/>
              <a:t>• Customized looks are created for every occasion.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BB11A-AB76-F0AF-FB6D-B834628F5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50" y="0"/>
            <a:ext cx="1039020" cy="10390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54138"/>
            <a:ext cx="8229600" cy="1143000"/>
          </a:xfrm>
        </p:spPr>
        <p:txBody>
          <a:bodyPr/>
          <a:lstStyle/>
          <a:p>
            <a:r>
              <a:rPr b="1" dirty="0"/>
              <a:t>Bridal Makeup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321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HD Bridal Makeup</a:t>
            </a:r>
          </a:p>
          <a:p>
            <a:pPr marL="0" indent="0">
              <a:buNone/>
            </a:pPr>
            <a:r>
              <a:rPr dirty="0"/>
              <a:t>• Airbrush Bridal Makeup</a:t>
            </a:r>
          </a:p>
          <a:p>
            <a:pPr marL="0" indent="0">
              <a:buNone/>
            </a:pPr>
            <a:r>
              <a:rPr dirty="0"/>
              <a:t>• Engagement &amp; Reception Looks</a:t>
            </a:r>
          </a:p>
          <a:p>
            <a:pPr marL="0" indent="0">
              <a:buNone/>
            </a:pPr>
            <a:r>
              <a:rPr dirty="0"/>
              <a:t>• Traditional and Modern Bridal Styles</a:t>
            </a:r>
          </a:p>
          <a:p>
            <a:pPr marL="0" indent="0">
              <a:buNone/>
            </a:pPr>
            <a:r>
              <a:rPr dirty="0"/>
              <a:t>• Trial Sessions for Perfect Wedding Look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D37A2-96FE-71C5-E095-CDCB191D2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50" y="0"/>
            <a:ext cx="1039020" cy="10390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7938"/>
            <a:ext cx="8229600" cy="1143000"/>
          </a:xfrm>
        </p:spPr>
        <p:txBody>
          <a:bodyPr/>
          <a:lstStyle/>
          <a:p>
            <a:r>
              <a:rPr b="1" dirty="0"/>
              <a:t>Party &amp; Event Makeup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543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Party Makeup for Special Events</a:t>
            </a:r>
          </a:p>
          <a:p>
            <a:pPr marL="0" indent="0">
              <a:buNone/>
            </a:pPr>
            <a:r>
              <a:rPr dirty="0"/>
              <a:t>• Engagement &amp; Sangeet Makeup</a:t>
            </a:r>
          </a:p>
          <a:p>
            <a:pPr marL="0" indent="0">
              <a:buNone/>
            </a:pPr>
            <a:r>
              <a:rPr dirty="0"/>
              <a:t>• Festive Makeup Looks</a:t>
            </a:r>
          </a:p>
          <a:p>
            <a:pPr marL="0" indent="0">
              <a:buNone/>
            </a:pPr>
            <a:r>
              <a:rPr dirty="0"/>
              <a:t>• Photo Shoot &amp; Occasion Makeup</a:t>
            </a:r>
          </a:p>
          <a:p>
            <a:pPr marL="0" indent="0">
              <a:buNone/>
            </a:pPr>
            <a:r>
              <a:rPr dirty="0"/>
              <a:t>• Professional Styling for Every Event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CE81A9-0794-A7CB-27F1-E9A920917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50" y="0"/>
            <a:ext cx="1039020" cy="1039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541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Benefits of Choosing a Professional Makeup Artist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13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Personalized makeup based on skin type and preferences</a:t>
            </a:r>
          </a:p>
          <a:p>
            <a:pPr marL="0" indent="0">
              <a:buNone/>
            </a:pPr>
            <a:r>
              <a:rPr dirty="0"/>
              <a:t>• Long‑lasting and camera‑ready finish</a:t>
            </a:r>
          </a:p>
          <a:p>
            <a:pPr marL="0" indent="0">
              <a:buNone/>
            </a:pPr>
            <a:r>
              <a:rPr dirty="0"/>
              <a:t>• Use of premium and skin‑safe products</a:t>
            </a:r>
          </a:p>
          <a:p>
            <a:pPr marL="0" indent="0">
              <a:buNone/>
            </a:pPr>
            <a:r>
              <a:rPr dirty="0"/>
              <a:t>• Stress‑free preparation for special occasions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0FB94D-EE23-DE71-F643-33DC55103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50" y="0"/>
            <a:ext cx="1039020" cy="1039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2700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 err="1"/>
              <a:t>Sovi</a:t>
            </a:r>
            <a:r>
              <a:rPr b="1" dirty="0"/>
              <a:t> Makeover – Professional Beauty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257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 err="1">
                <a:hlinkClick r:id="rId2"/>
              </a:rPr>
              <a:t>Sovi</a:t>
            </a:r>
            <a:r>
              <a:rPr dirty="0">
                <a:hlinkClick r:id="rId2"/>
              </a:rPr>
              <a:t> Makeover</a:t>
            </a:r>
            <a:r>
              <a:rPr dirty="0"/>
              <a:t> offers professional bridal and party makeup services in Jaipur.</a:t>
            </a:r>
            <a:endParaRPr lang="en-US" dirty="0"/>
          </a:p>
          <a:p>
            <a:r>
              <a:rPr dirty="0"/>
              <a:t> With experience in creating elegant and customized looks, </a:t>
            </a:r>
            <a:r>
              <a:rPr dirty="0" err="1"/>
              <a:t>Sovi</a:t>
            </a:r>
            <a:r>
              <a:rPr dirty="0"/>
              <a:t> Makeover focuses on enhancing natural beauty while ensuring long‑lasting results for weddings and special occasions. </a:t>
            </a:r>
            <a:endParaRPr lang="en-US" dirty="0"/>
          </a:p>
          <a:p>
            <a:r>
              <a:rPr dirty="0"/>
              <a:t>The service includes bridal makeup, party makeup, engagement makeup, and festive styling using high‑quality beauty products.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FB7BCB-56B5-7426-ABE2-F4312FD1D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50" y="0"/>
            <a:ext cx="1039020" cy="1039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404098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Phone: 87399 99007</a:t>
            </a:r>
          </a:p>
          <a:p>
            <a:pPr marL="0" indent="0">
              <a:buNone/>
            </a:pPr>
            <a:r>
              <a:rPr b="1" dirty="0"/>
              <a:t>Email: </a:t>
            </a:r>
            <a:r>
              <a:rPr b="1" dirty="0" err="1"/>
              <a:t>beauty@sovimakeover.com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9A79B-D26E-654B-19C0-F81774932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550" y="142080"/>
            <a:ext cx="3898900" cy="3898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250</Words>
  <Application>Microsoft Macintosh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Professional Best Makeup Artist in Jaipur – Bridal &amp; Party Makeup Services</vt:lpstr>
      <vt:lpstr>Why Professional Makeup Matters?</vt:lpstr>
      <vt:lpstr>Bridal Makeup Services</vt:lpstr>
      <vt:lpstr>Party &amp; Event Makeup</vt:lpstr>
      <vt:lpstr>Benefits of Choosing a Professional Makeup Artist</vt:lpstr>
      <vt:lpstr>Sovi Makeover – Professional Beauty Services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2026-03-16T10:21:42Z</dcterms:modified>
  <cp:category/>
</cp:coreProperties>
</file>